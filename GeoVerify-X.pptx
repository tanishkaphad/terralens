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GeoVerify-X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GeoAI Query Engine for Natural Language Infrastructure Search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ecell × SKIN IEEE | FUSE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at Hand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locked behind complex tools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2618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specialized spatial query languages (PostGIS, ST_Intersects) and desktop GIS workflows.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74320" cy="27432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accessible to non-experts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Planners, field assessors and rescue coordinators struggle to use existing tools.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74320" cy="27432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visual + spatial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8163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anomalies or patterns over broad regions using intuitive human language.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274320" cy="27432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data 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and vector data (roads, buildings, etc.) are not easily combined for real-world queries.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Step 1 - Datasets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474720"/>
          </a:xfrm>
          <a:prstGeom prst="roundRect">
            <a:avLst/>
          </a:prstGeom>
          <a:solidFill>
            <a:srgbClr val="E5F0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SkyScript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Aerial image tiles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captions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474720"/>
          </a:xfrm>
          <a:prstGeom prst="roundRect">
            <a:avLst/>
          </a:prstGeom>
          <a:solidFill>
            <a:srgbClr val="E5F0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SpaceNet Building Dataset V1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footprints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Annotations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Official OSM metadata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Step 2 - Vision-Language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474720"/>
          </a:xfrm>
          <a:prstGeom prst="roundRect">
            <a:avLst/>
          </a:prstGeom>
          <a:solidFill>
            <a:srgbClr val="E5F0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SkyClip / OpenCLIP + OWL-ViT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Zero-shot text-to-imagery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grounding and localization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fine-tuning required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Step 3 - Geospatial 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474720"/>
          </a:xfrm>
          <a:prstGeom prst="roundRect">
            <a:avLst/>
          </a:prstGeom>
          <a:solidFill>
            <a:srgbClr val="E5F0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+ Shapely + OSM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 detections to spatial filters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 overlay and buffering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Proximity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Spatial joins for context enrichment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Step 4 - Natural Language Interface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474720"/>
          </a:xfrm>
          <a:prstGeom prst="roundRect">
            <a:avLst/>
          </a:prstGeom>
          <a:solidFill>
            <a:srgbClr val="E5F0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Search UI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types natural language query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Receives verified geographic results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spatial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Accessible to non-GIS experts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Processing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411480"/>
          </a:xfrm>
          <a:prstGeom prst="roundRect">
            <a:avLst/>
          </a:prstGeom>
          <a:solidFill>
            <a:srgbClr val="E5F9F5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1430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Natural Language Query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rot="10800000">
            <a:off x="4389120" y="1554480"/>
            <a:ext cx="365760" cy="274320"/>
          </a:xfrm>
          <a:prstGeom prst="triangle">
            <a:avLst/>
          </a:prstGeom>
          <a:solidFill>
            <a:srgbClr val="00897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691640"/>
            <a:ext cx="6400800" cy="411480"/>
          </a:xfrm>
          <a:prstGeom prst="roundRect">
            <a:avLst/>
          </a:prstGeom>
          <a:solidFill>
            <a:srgbClr val="E5F9F5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7373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Text-to-Imagery Search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10800000">
            <a:off x="4389120" y="2148840"/>
            <a:ext cx="365760" cy="274320"/>
          </a:xfrm>
          <a:prstGeom prst="triangle">
            <a:avLst/>
          </a:prstGeom>
          <a:solidFill>
            <a:srgbClr val="00897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286000"/>
            <a:ext cx="6400800" cy="411480"/>
          </a:xfrm>
          <a:prstGeom prst="roundRect">
            <a:avLst/>
          </a:prstGeom>
          <a:solidFill>
            <a:srgbClr val="E5F9F5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3317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Object Detection &amp; Grounding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4389120" y="2743200"/>
            <a:ext cx="365760" cy="274320"/>
          </a:xfrm>
          <a:prstGeom prst="triangle">
            <a:avLst/>
          </a:prstGeom>
          <a:solidFill>
            <a:srgbClr val="00897B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2880360"/>
            <a:ext cx="6400800" cy="411480"/>
          </a:xfrm>
          <a:prstGeom prst="roundRect">
            <a:avLst/>
          </a:prstGeom>
          <a:solidFill>
            <a:srgbClr val="E5F9F5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9260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Spatial Join &amp; Filtering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4389120" y="3337560"/>
            <a:ext cx="365760" cy="274320"/>
          </a:xfrm>
          <a:prstGeom prst="triangle">
            <a:avLst/>
          </a:prstGeom>
          <a:solidFill>
            <a:srgbClr val="00897B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3474720"/>
            <a:ext cx="6400800" cy="411480"/>
          </a:xfrm>
          <a:prstGeom prst="roundRect">
            <a:avLst/>
          </a:prstGeom>
          <a:solidFill>
            <a:srgbClr val="E5F9F5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5204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Interactive Map Results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rot="10800000">
            <a:off x="4389120" y="3931920"/>
            <a:ext cx="365760" cy="274320"/>
          </a:xfrm>
          <a:prstGeom prst="triangle">
            <a:avLst/>
          </a:prstGeom>
          <a:solidFill>
            <a:srgbClr val="00897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4069080"/>
            <a:ext cx="6400800" cy="411480"/>
          </a:xfrm>
          <a:prstGeom prst="roundRect">
            <a:avLst/>
          </a:prstGeom>
          <a:solidFill>
            <a:srgbClr val="E5F9F5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41148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Export GeoJSON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oundRect">
            <a:avLst/>
          </a:prstGeom>
          <a:solidFill>
            <a:srgbClr val="F0E5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789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query in plain language. No GIS expertise required.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F0E5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Text-to-imagery retrieval and object grounding using vision models.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E5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7355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Proximity, intersection and spatial overlay using GeoPandas/Shapely.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(continued)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oundRect">
            <a:avLst/>
          </a:prstGeom>
          <a:solidFill>
            <a:srgbClr val="F0E5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789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Visualization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matched locations with bounding boxes and coordinates on a modern map.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F0E5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GeoJSON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results with geographic coordinates and metadata.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E5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7355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Infrastructure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various infrastructure and environment search queries.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Infrastructure 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Language. Spatial Intelligence. Real-World Impact.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2026-10-09T07:47:27Z</dcterms:created>
  <dcterms:modified xsi:type="dcterms:W3CDTF">2026-10-09T07:47:27Z</dcterms:modified>
</cp:coreProperties>
</file>